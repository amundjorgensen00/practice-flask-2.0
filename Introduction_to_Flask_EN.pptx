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1" r:id="rId5"/>
    <p:sldMasterId id="214748367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11124F2-A59B-481F-90A4-E3CCEB1B5412}">
  <a:tblStyle styleId="{411124F2-A59B-481F-90A4-E3CCEB1B541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d6bad852e9_0_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d6bad852e9_0_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Flask</a:t>
            </a:r>
          </a:p>
          <a:p>
            <a:r>
              <a:t>Av: Christian Eriksen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021306818b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021306818b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HØRA</a:t>
            </a:r>
          </a:p>
          <a:p/>
          <a:p>
            <a:r>
              <a:t>H: Hensikt</a:t>
            </a:r>
          </a:p>
          <a:p>
            <a:r>
              <a:t>- Gi dere en grunnleggende introduksjon til en sentral del av web-development</a:t>
            </a:r>
          </a:p>
          <a:p>
            <a:r>
              <a:t>- Gi dere mulighet til å lære ved å gjøre selv</a:t>
            </a:r>
          </a:p>
          <a:p/>
          <a:p>
            <a:r>
              <a:t>ØR: Ønsket Resultat</a:t>
            </a:r>
          </a:p>
          <a:p>
            <a:r>
              <a:t>- Dere skal kjenne til grunnleggende egenskaper ved flask</a:t>
            </a:r>
          </a:p>
          <a:p>
            <a:r>
              <a:t>- Dere skal kunne opprette routes</a:t>
            </a:r>
          </a:p>
          <a:p>
            <a:r>
              <a:t>- Dere skal kunne lage enkle html sider</a:t>
            </a:r>
          </a:p>
          <a:p/>
          <a:p>
            <a:r>
              <a:t>A: Agenda →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1d6bad852e9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1d6bad852e9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Agenda</a:t>
            </a:r>
          </a:p>
          <a:p>
            <a:r>
              <a:t>01 Git Kahoot</a:t>
            </a:r>
          </a:p>
          <a:p>
            <a:r>
              <a:t>02 Planen fremover</a:t>
            </a:r>
          </a:p>
          <a:p>
            <a:r>
              <a:t>03 Hva er flask og hvorfor bruker vi det</a:t>
            </a:r>
          </a:p>
          <a:p>
            <a:r>
              <a:t>04 Grunnleggende flask og flask struktur</a:t>
            </a:r>
          </a:p>
          <a:p>
            <a:r>
              <a:t>05 Demo</a:t>
            </a:r>
          </a:p>
          <a:p>
            <a:r>
              <a:t>06 Praktisk oppgave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790b317462_0_3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790b317462_0_3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Planen fremover</a:t>
            </a:r>
          </a:p>
          <a:p/>
          <a:p>
            <a:r>
              <a:t>I dag: Introduksjonskurs</a:t>
            </a:r>
          </a:p>
          <a:p>
            <a:r>
              <a:t>- Hensikt: Gi deg en innføring</a:t>
            </a:r>
          </a:p>
          <a:p>
            <a:r>
              <a:t>Dypdykk 1: Kommunikasjon</a:t>
            </a:r>
          </a:p>
          <a:p>
            <a:r>
              <a:t>- Hensikt: Lære deg å motta og sende data over nettet</a:t>
            </a:r>
          </a:p>
          <a:p>
            <a:r>
              <a:t>Dypdykk 2: Databaser</a:t>
            </a:r>
          </a:p>
          <a:p>
            <a:r>
              <a:t>- Hensikt: Lære deg å lese/skrive data fra databasen</a:t>
            </a:r>
          </a:p>
          <a:p>
            <a:r>
              <a:t>Dypdykk 3: Design</a:t>
            </a:r>
          </a:p>
          <a:p>
            <a:r>
              <a:t>- Hensikt: Lære dere å lage pene nettsider</a:t>
            </a:r>
          </a:p>
          <a:p/>
          <a:p>
            <a:r>
              <a:t>Tanke: Vi skal bruke samme kodebase gjennom alle kursene, og resultatet skal være en LinkedIn cv lager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790b31746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790b31746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Hva er flask?</a:t>
            </a:r>
          </a:p>
          <a:p/>
          <a:p>
            <a:r>
              <a:t>- Flask er et mikro web rammeverk skrevet i Python</a:t>
            </a:r>
          </a:p>
          <a:p>
            <a:r>
              <a:t>- Hva betyr mikro web rammeverk?</a:t>
            </a:r>
          </a:p>
          <a:p>
            <a:r>
              <a:t>  - Det dekker kun det essensielle</a:t>
            </a:r>
          </a:p>
          <a:p>
            <a:r>
              <a:t>    - Routing</a:t>
            </a:r>
          </a:p>
          <a:p>
            <a:r>
              <a:t>    - Request handling</a:t>
            </a:r>
          </a:p>
          <a:p>
            <a:r>
              <a:t>    - Template handling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790b317462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790b317462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Hvorfor bruker vi flask?</a:t>
            </a:r>
          </a:p>
          <a:p/>
          <a:p>
            <a:r>
              <a:t>- Vi ønsker å gi dere kunnskaper dere kan bruke videre i livet</a:t>
            </a:r>
          </a:p>
          <a:p>
            <a:r>
              <a:t>  - Python er vesentlig mer brukervennlig for en siviløkonom enn f.eks. C#</a:t>
            </a:r>
          </a:p>
          <a:p>
            <a:r>
              <a:t>- Vi lager sider for NHHS</a:t>
            </a:r>
          </a:p>
          <a:p>
            <a:r>
              <a:t>  - Det er begrenset med hvor mye trafikk vi har</a:t>
            </a:r>
          </a:p>
          <a:p>
            <a:r>
              <a:t>  - Det er begrenset med hvor tung kompleksitet vi har</a:t>
            </a:r>
          </a:p>
          <a:p>
            <a:r>
              <a:t>  =&gt; Flask dekker behovene våre</a:t>
            </a:r>
          </a:p>
          <a:p>
            <a:r>
              <a:t>- Flask er veldig brukervennlig</a:t>
            </a:r>
          </a:p>
          <a:p>
            <a:r>
              <a:t>- Det er et rikt økosystem for flask</a:t>
            </a:r>
          </a:p>
          <a:p>
            <a:r>
              <a:t>  - Folk har laget "pakker" for alt det flask mangler</a:t>
            </a:r>
          </a:p>
          <a:p>
            <a:r>
              <a:t>  =&gt; Dette gjør flask ganske komplett likevel</a:t>
            </a:r>
          </a:p>
          <a:p/>
          <a:p>
            <a:r>
              <a:t>MAO: Det er ikke vits å skyte spurv med kanon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790b317462_0_2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790b317462_0_2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Enkel flask application</a:t>
            </a:r>
          </a:p>
          <a:p/>
          <a:p>
            <a:r>
              <a:t>Gjennomgang av koden linje for linje:</a:t>
            </a:r>
          </a:p>
          <a:p>
            <a:r>
              <a:t>- from flask import ... henter inn det vi trenger</a:t>
            </a:r>
          </a:p>
          <a:p>
            <a:r>
              <a:t>- app = Flask(__name__) oppretter selve applikasjonen</a:t>
            </a:r>
          </a:p>
          <a:p>
            <a:r>
              <a:t>- @app.route('/') kobler URL-en til funksjonen under</a:t>
            </a:r>
          </a:p>
          <a:p>
            <a:r>
              <a:t>- render_template('index.html') bygger og returnerer HTML-siden</a:t>
            </a:r>
          </a:p>
          <a:p>
            <a:r>
              <a:t>- app.run(debug=True) starter utviklingsserveren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790b317462_0_3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790b317462_0_3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Hvordan kjøre/starte en flask app</a:t>
            </a:r>
          </a:p>
          <a:p/>
          <a:p>
            <a:r>
              <a:t>- Du må ha filstien i terminalen på samme sted som app.py</a:t>
            </a:r>
          </a:p>
          <a:p>
            <a:r>
              <a:t>  - Det betyr som regel at du må skrive "cd app" først</a:t>
            </a:r>
          </a:p>
          <a:p>
            <a:r>
              <a:t>  - Dette betyr "change directory to app"</a:t>
            </a:r>
          </a:p>
          <a:p>
            <a:r>
              <a:t>- Mac: python3 app.py</a:t>
            </a:r>
          </a:p>
          <a:p>
            <a:r>
              <a:t>- Windows: py app.py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790b317462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790b317462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Routing i flask</a:t>
            </a:r>
          </a:p>
          <a:p/>
          <a:p>
            <a:r>
              <a:t>- Routing er en metode å koble en url (hva du skriver inn i nettleseren) til en funksjon i Python</a:t>
            </a:r>
          </a:p>
          <a:p>
            <a:r>
              <a:t>- Hver side (url) har sin egen funksjon i Python som returnerer en template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790b317462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790b317462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Routing i flask - variabler i route</a:t>
            </a:r>
          </a:p>
          <a:p/>
          <a:p>
            <a:r>
              <a:t>- Det går an å ha variabler i en route</a:t>
            </a:r>
          </a:p>
          <a:p>
            <a:r>
              <a:t>- Dette gjør at du slipper å lage uendelig mange routes for samme type side</a:t>
            </a:r>
          </a:p>
          <a:p>
            <a:r>
              <a:t>- Tenk: Alle nyheter på vg.no har samme layout</a:t>
            </a:r>
          </a:p>
          <a:p>
            <a:r>
              <a:t>  - Overskrift</a:t>
            </a:r>
          </a:p>
          <a:p>
            <a:r>
              <a:t>  - Bilde</a:t>
            </a:r>
          </a:p>
          <a:p>
            <a:r>
              <a:t>  - Dato og forfatter</a:t>
            </a:r>
          </a:p>
          <a:p>
            <a:r>
              <a:t>  - Selve nyheten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790b317462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790b317462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Routing i flask - request handling</a:t>
            </a:r>
          </a:p>
          <a:p/>
          <a:p>
            <a:r>
              <a:t>- I web development finnes det ulike metoder</a:t>
            </a:r>
          </a:p>
          <a:p>
            <a:r>
              <a:t>  - GET, POST, PUT, PATCH, DELETE</a:t>
            </a:r>
          </a:p>
          <a:p>
            <a:r>
              <a:t>  - Ofte kalt CRUD innenfor REST API-verden</a:t>
            </a:r>
          </a:p>
          <a:p>
            <a:r>
              <a:t>- Ulike metoder brukes ved ulike operasjoner:</a:t>
            </a:r>
          </a:p>
          <a:p>
            <a:r>
              <a:t>  - GET -&gt; Kan jeg få denne informasjonen</a:t>
            </a:r>
          </a:p>
          <a:p>
            <a:r>
              <a:t>  - POST -&gt; Jeg gir deg denne informasjonen, kan du lagre den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790b317462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790b317462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Filstruktur i et flask prosjekt</a:t>
            </a:r>
          </a:p>
          <a:p/>
          <a:p>
            <a:r>
              <a:t>Folder: app</a:t>
            </a:r>
          </a:p>
          <a:p>
            <a:r>
              <a:t>  Folder: static</a:t>
            </a:r>
          </a:p>
          <a:p>
            <a:r>
              <a:t>    style.css -&gt; Styling</a:t>
            </a:r>
          </a:p>
          <a:p>
            <a:r>
              <a:t>    customScript.js -&gt; Custom JavaScript-kode</a:t>
            </a:r>
          </a:p>
          <a:p>
            <a:r>
              <a:t>    Folder: images -&gt; bilder</a:t>
            </a:r>
          </a:p>
          <a:p>
            <a:r>
              <a:t>  Folder: templates -&gt; De ulike sidene</a:t>
            </a:r>
          </a:p>
          <a:p>
            <a:r>
              <a:t>  app.py -&gt; Hovedkoden</a:t>
            </a:r>
          </a:p>
          <a:p>
            <a:r>
              <a:t>  config.py -&gt; Konfigurasjon av applikasjonen</a:t>
            </a:r>
          </a:p>
          <a:p>
            <a:r>
              <a:t>  models.py -&gt; Databaseskjemaer</a:t>
            </a:r>
          </a:p>
          <a:p>
            <a:r>
              <a:t>.gitignore: Filer Git skal ignorere</a:t>
            </a:r>
          </a:p>
          <a:p>
            <a:r>
              <a:t>Readme.md: Informasjon om applikasjonen</a:t>
            </a:r>
          </a:p>
          <a:p>
            <a:r>
              <a:t>Dockerfile: Docker-instruksjoner</a:t>
            </a:r>
          </a:p>
          <a:p>
            <a:r>
              <a:t>.env -&gt; Miljøvariabler</a:t>
            </a:r>
          </a:p>
          <a:p>
            <a:r>
              <a:t>.venv -&gt; Virtuelt miljø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790b317462_0_1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3790b317462_0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Template handling</a:t>
            </a:r>
          </a:p>
          <a:p/>
          <a:p>
            <a:r>
              <a:t>- Flask bruker noe som heter server-side rendering</a:t>
            </a:r>
          </a:p>
          <a:p>
            <a:r>
              <a:t>  - Vi lager sidene (html-dokumenter) på serveren, også sender vi dem til klienten (nettleseren)</a:t>
            </a:r>
          </a:p>
          <a:p>
            <a:r>
              <a:t>- Dette betyr at hver side har sitt eget .html-dokument</a:t>
            </a:r>
          </a:p>
          <a:p>
            <a:r>
              <a:t>- Flask bruker videre noe som heter Jinja2 som template engine</a:t>
            </a:r>
          </a:p>
          <a:p>
            <a:r>
              <a:t>  - Dette gir oss en god del muligheter</a:t>
            </a:r>
          </a:p>
          <a:p>
            <a:r>
              <a:t>- Som dere kanskje har sett, så returnerer hver route nesten den samme linjen</a:t>
            </a:r>
          </a:p>
          <a:p>
            <a:r>
              <a:t>  return render_template('&lt;file&gt;.html')</a:t>
            </a:r>
          </a:p>
          <a:p>
            <a:r>
              <a:t>- Dette er det som skaper selve nettsiden som dere ser i nettleseren</a:t>
            </a:r>
          </a:p>
          <a:p/>
          <a:p>
            <a:r>
              <a:t>Poeng å få frem muntlig: Jinja kjører PÅ SERVEREN. Nettleseren ser aldri {{ }}, den får ferdig HTML.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790b317462_0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790b317462_0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Basic HTML</a:t>
            </a:r>
          </a:p>
          <a:p/>
          <a:p>
            <a:r>
              <a:t>- HTML: Hyper text markup language</a:t>
            </a:r>
          </a:p>
          <a:p>
            <a:r>
              <a:t>- Brukes for å lage nettsider</a:t>
            </a:r>
          </a:p>
          <a:p>
            <a:r>
              <a:t>- Består av to hoveddeler</a:t>
            </a:r>
          </a:p>
          <a:p>
            <a:r>
              <a:t>  - &lt;head&gt; - metadata, tittel, lenker til CSS</a:t>
            </a:r>
          </a:p>
          <a:p>
            <a:r>
              <a:t>  - &lt;body&gt; - alt brukeren faktisk ser</a:t>
            </a:r>
          </a:p>
          <a:p>
            <a:r>
              <a:t>  - &lt;header&gt; og &lt;footer&gt; er layout-elementer INNE i &lt;body&gt;</a:t>
            </a:r>
          </a:p>
          <a:p>
            <a:r>
              <a:t>- Hvert element i et html-dokument innkapsles av &lt;tags&gt;. Vi har f.eks:</a:t>
            </a:r>
          </a:p>
          <a:p>
            <a:r>
              <a:t>  &lt;div&gt;, &lt;a&gt;, &lt;li&gt;, &lt;src&gt;, &lt;img&gt;</a:t>
            </a:r>
          </a:p>
          <a:p>
            <a:r>
              <a:t>- Og mange mange flere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790b317462_0_1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790b317462_0_1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Basic HTML - visuell inndeling av en side</a:t>
            </a:r>
          </a:p>
          <a:p/>
          <a:p>
            <a:r>
              <a:t>Header øverst, body i midten, footer nederst.</a:t>
            </a:r>
          </a:p>
          <a:p>
            <a:r>
              <a:t>NB: dette er den visuelle inndelingen av siden, ikke det samme som &lt;head&gt; og &lt;body&gt; i dokumentet.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3790b317462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g3790b317462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Basic HTML</a:t>
            </a:r>
          </a:p>
          <a:p/>
          <a:p>
            <a:r>
              <a:t>- HTML i seg selv er ganske traust</a:t>
            </a:r>
          </a:p>
          <a:p>
            <a:r>
              <a:t>  - Statisk</a:t>
            </a:r>
          </a:p>
          <a:p>
            <a:r>
              <a:t>  - Ingen styling</a:t>
            </a:r>
          </a:p>
          <a:p>
            <a:r>
              <a:t>- Derfor har smarte folk laget enda flere språk dere må kunne</a:t>
            </a:r>
          </a:p>
          <a:p>
            <a:r>
              <a:t>  - CSS: Cascading Style Sheets</a:t>
            </a:r>
          </a:p>
          <a:p>
            <a:r>
              <a:t>  - JavaScript (JS)</a:t>
            </a:r>
          </a:p>
          <a:p>
            <a:r>
              <a:t>- Dette gjør sidene pene, dynamiske og faktisk brukbare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790b317462_0_1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3790b317462_0_1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Bootstrap</a:t>
            </a:r>
          </a:p>
          <a:p/>
          <a:p>
            <a:r>
              <a:t>- I it.gruppen bruker vi Bootstrap som styling-bibliotek</a:t>
            </a:r>
          </a:p>
          <a:p>
            <a:r>
              <a:t>- Et styling-bibliotek er ferdigskrevet CSS-kode</a:t>
            </a:r>
          </a:p>
          <a:p>
            <a:r>
              <a:t>- Dette gir oss haugevis med ferdigskrevet styling-kode som gjør at vi blir mer effektive, samt får mer uniform styling på sidene våre</a:t>
            </a:r>
          </a:p>
          <a:p/>
          <a:p>
            <a:r>
              <a:t>Bildet viser samme skjema uten og med Bootstrap.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790b317462_0_2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g3790b317462_0_2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Template handling - Jinja</a:t>
            </a:r>
          </a:p>
          <a:p/>
          <a:p>
            <a:r>
              <a:t>- Jinja gir oss mulighet til å populere data fra back-end (python) inn i html</a:t>
            </a:r>
          </a:p>
          <a:p/>
          <a:p>
            <a:r>
              <a:t>Peke på {{ user }} i HTML-en til høyre og koble den til user=user i render_template.</a:t>
            </a:r>
          </a:p>
          <a:p/>
          <a:p>
            <a:r>
              <a:t>Muntlig tillegg:</a:t>
            </a:r>
          </a:p>
          <a:p>
            <a:r>
              <a:t>- {{ }} = vis en verdi, {% %} = kjør logikk (if, for, extends, block), {# #} = kommentar</a:t>
            </a:r>
          </a:p>
          <a:p>
            <a:r>
              <a:t>- Alt du sender som keyword-argument i render_template blir tilgjengelig i templaten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790b317462_0_2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g3790b317462_0_2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Template handling - hele kjeden</a:t>
            </a:r>
          </a:p>
          <a:p/>
          <a:p>
            <a:r>
              <a:t>Den røde streken viser veien: &lt;user&gt; i URL-en -&gt; argument til funksjonen -&gt; user=user i render_template -&gt; {{ user }} i HTML-en.</a:t>
            </a:r>
          </a:p>
          <a:p/>
          <a:p>
            <a:r>
              <a:t>Spørsmål å stille gruppa: hvilken av de tre "user"-ene kan vi fjerne uten at siden slutter å virke?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790b317462_0_2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3790b317462_0_2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Template handling - resultatet i nettleseren</a:t>
            </a:r>
          </a:p>
          <a:p/>
          <a:p>
            <a:r>
              <a:t>localhost:5000/user/christian gir "Username: christian".</a:t>
            </a:r>
          </a:p>
          <a:p/>
          <a:p>
            <a:r>
              <a:t>Poeng: høyreklikk -&gt; vis kildekode. Der står det "christian", ikke {{ user }}. Det er server-side rendering i praksis.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3790b317462_0_3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3790b317462_0_3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</a:t>
            </a:r>
          </a:p>
          <a:p/>
          <a:p>
            <a:r>
              <a:t>Live-koding: opprett app.py, lag en route, lag en template, kjør appen, vis resultatet i nettleseren.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b1357c1be4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b1357c1be4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Oppgave - Practice-flask</a:t>
            </a:r>
          </a:p>
          <a:p/>
          <a:p>
            <a:r>
              <a:t>Del ut repo-lenken. Forklar hint-systemet: hint-knappen nede i hjørnet, tre hint per oppgave, deretter løsning.</a:t>
            </a:r>
          </a:p>
          <a:p>
            <a:r>
              <a:t>Hint 1 = for dere som kan Python men ikke Flask. Hint 2 = for dere som kan litt. Hint 3 = for dere som aldri har kodet.</a:t>
            </a:r>
          </a:p>
          <a:p>
            <a:r>
              <a:t>Oppfordre til å prøve selv i noen minutter før man åpner hint.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rtl="0" algn="r">
              <a:spcBef>
                <a:spcPts val="0"/>
              </a:spcBef>
              <a:buNone/>
              <a:defRPr/>
            </a:lvl1pPr>
            <a:lvl2pPr indent="0" lvl="1" marL="0" rtl="0" algn="r">
              <a:spcBef>
                <a:spcPts val="0"/>
              </a:spcBef>
              <a:buNone/>
              <a:defRPr/>
            </a:lvl2pPr>
            <a:lvl3pPr indent="0" lvl="2" marL="0" rtl="0" algn="r">
              <a:spcBef>
                <a:spcPts val="0"/>
              </a:spcBef>
              <a:buNone/>
              <a:defRPr/>
            </a:lvl3pPr>
            <a:lvl4pPr indent="0" lvl="3" marL="0" rtl="0" algn="r">
              <a:spcBef>
                <a:spcPts val="0"/>
              </a:spcBef>
              <a:buNone/>
              <a:defRPr/>
            </a:lvl4pPr>
            <a:lvl5pPr indent="0" lvl="4" marL="0" rtl="0" algn="r">
              <a:spcBef>
                <a:spcPts val="0"/>
              </a:spcBef>
              <a:buNone/>
              <a:defRPr/>
            </a:lvl5pPr>
            <a:lvl6pPr indent="0" lvl="5" marL="0" rtl="0" algn="r">
              <a:spcBef>
                <a:spcPts val="0"/>
              </a:spcBef>
              <a:buNone/>
              <a:defRPr/>
            </a:lvl6pPr>
            <a:lvl7pPr indent="0" lvl="6" marL="0" rtl="0" algn="r">
              <a:spcBef>
                <a:spcPts val="0"/>
              </a:spcBef>
              <a:buNone/>
              <a:defRPr/>
            </a:lvl7pPr>
            <a:lvl8pPr indent="0" lvl="7" marL="0" rtl="0" algn="r">
              <a:spcBef>
                <a:spcPts val="0"/>
              </a:spcBef>
              <a:buNone/>
              <a:defRPr/>
            </a:lvl8pPr>
            <a:lvl9pPr indent="0" lvl="8" marL="0" rt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175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rtl="0" algn="r">
              <a:spcBef>
                <a:spcPts val="0"/>
              </a:spcBef>
              <a:buNone/>
              <a:defRPr/>
            </a:lvl1pPr>
            <a:lvl2pPr indent="0" lvl="1" marL="0" rtl="0" algn="r">
              <a:spcBef>
                <a:spcPts val="0"/>
              </a:spcBef>
              <a:buNone/>
              <a:defRPr/>
            </a:lvl2pPr>
            <a:lvl3pPr indent="0" lvl="2" marL="0" rtl="0" algn="r">
              <a:spcBef>
                <a:spcPts val="0"/>
              </a:spcBef>
              <a:buNone/>
              <a:defRPr/>
            </a:lvl3pPr>
            <a:lvl4pPr indent="0" lvl="3" marL="0" rtl="0" algn="r">
              <a:spcBef>
                <a:spcPts val="0"/>
              </a:spcBef>
              <a:buNone/>
              <a:defRPr/>
            </a:lvl4pPr>
            <a:lvl5pPr indent="0" lvl="4" marL="0" rtl="0" algn="r">
              <a:spcBef>
                <a:spcPts val="0"/>
              </a:spcBef>
              <a:buNone/>
              <a:defRPr/>
            </a:lvl5pPr>
            <a:lvl6pPr indent="0" lvl="5" marL="0" rtl="0" algn="r">
              <a:spcBef>
                <a:spcPts val="0"/>
              </a:spcBef>
              <a:buNone/>
              <a:defRPr/>
            </a:lvl6pPr>
            <a:lvl7pPr indent="0" lvl="6" marL="0" rtl="0" algn="r">
              <a:spcBef>
                <a:spcPts val="0"/>
              </a:spcBef>
              <a:buNone/>
              <a:defRPr/>
            </a:lvl7pPr>
            <a:lvl8pPr indent="0" lvl="7" marL="0" rtl="0" algn="r">
              <a:spcBef>
                <a:spcPts val="0"/>
              </a:spcBef>
              <a:buNone/>
              <a:defRPr/>
            </a:lvl8pPr>
            <a:lvl9pPr indent="0" lvl="8" marL="0" rt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623888" y="1282304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623888" y="3442097"/>
            <a:ext cx="78867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rtl="0" algn="r">
              <a:spcBef>
                <a:spcPts val="0"/>
              </a:spcBef>
              <a:buNone/>
              <a:defRPr/>
            </a:lvl1pPr>
            <a:lvl2pPr indent="0" lvl="1" marL="0" rtl="0" algn="r">
              <a:spcBef>
                <a:spcPts val="0"/>
              </a:spcBef>
              <a:buNone/>
              <a:defRPr/>
            </a:lvl2pPr>
            <a:lvl3pPr indent="0" lvl="2" marL="0" rtl="0" algn="r">
              <a:spcBef>
                <a:spcPts val="0"/>
              </a:spcBef>
              <a:buNone/>
              <a:defRPr/>
            </a:lvl3pPr>
            <a:lvl4pPr indent="0" lvl="3" marL="0" rtl="0" algn="r">
              <a:spcBef>
                <a:spcPts val="0"/>
              </a:spcBef>
              <a:buNone/>
              <a:defRPr/>
            </a:lvl4pPr>
            <a:lvl5pPr indent="0" lvl="4" marL="0" rtl="0" algn="r">
              <a:spcBef>
                <a:spcPts val="0"/>
              </a:spcBef>
              <a:buNone/>
              <a:defRPr/>
            </a:lvl5pPr>
            <a:lvl6pPr indent="0" lvl="5" marL="0" rtl="0" algn="r">
              <a:spcBef>
                <a:spcPts val="0"/>
              </a:spcBef>
              <a:buNone/>
              <a:defRPr/>
            </a:lvl6pPr>
            <a:lvl7pPr indent="0" lvl="6" marL="0" rtl="0" algn="r">
              <a:spcBef>
                <a:spcPts val="0"/>
              </a:spcBef>
              <a:buNone/>
              <a:defRPr/>
            </a:lvl7pPr>
            <a:lvl8pPr indent="0" lvl="7" marL="0" rtl="0" algn="r">
              <a:spcBef>
                <a:spcPts val="0"/>
              </a:spcBef>
              <a:buNone/>
              <a:defRPr/>
            </a:lvl8pPr>
            <a:lvl9pPr indent="0" lvl="8" marL="0" rt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175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2" type="body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175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rtl="0" algn="r">
              <a:spcBef>
                <a:spcPts val="0"/>
              </a:spcBef>
              <a:buNone/>
              <a:defRPr/>
            </a:lvl1pPr>
            <a:lvl2pPr indent="0" lvl="1" marL="0" rtl="0" algn="r">
              <a:spcBef>
                <a:spcPts val="0"/>
              </a:spcBef>
              <a:buNone/>
              <a:defRPr/>
            </a:lvl2pPr>
            <a:lvl3pPr indent="0" lvl="2" marL="0" rtl="0" algn="r">
              <a:spcBef>
                <a:spcPts val="0"/>
              </a:spcBef>
              <a:buNone/>
              <a:defRPr/>
            </a:lvl3pPr>
            <a:lvl4pPr indent="0" lvl="3" marL="0" rtl="0" algn="r">
              <a:spcBef>
                <a:spcPts val="0"/>
              </a:spcBef>
              <a:buNone/>
              <a:defRPr/>
            </a:lvl4pPr>
            <a:lvl5pPr indent="0" lvl="4" marL="0" rtl="0" algn="r">
              <a:spcBef>
                <a:spcPts val="0"/>
              </a:spcBef>
              <a:buNone/>
              <a:defRPr/>
            </a:lvl5pPr>
            <a:lvl6pPr indent="0" lvl="5" marL="0" rtl="0" algn="r">
              <a:spcBef>
                <a:spcPts val="0"/>
              </a:spcBef>
              <a:buNone/>
              <a:defRPr/>
            </a:lvl6pPr>
            <a:lvl7pPr indent="0" lvl="6" marL="0" rtl="0" algn="r">
              <a:spcBef>
                <a:spcPts val="0"/>
              </a:spcBef>
              <a:buNone/>
              <a:defRPr/>
            </a:lvl7pPr>
            <a:lvl8pPr indent="0" lvl="7" marL="0" rtl="0" algn="r">
              <a:spcBef>
                <a:spcPts val="0"/>
              </a:spcBef>
              <a:buNone/>
              <a:defRPr/>
            </a:lvl8pPr>
            <a:lvl9pPr indent="0" lvl="8" marL="0" rt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" type="body"/>
          </p:nvPr>
        </p:nvSpPr>
        <p:spPr>
          <a:xfrm>
            <a:off x="629841" y="1260872"/>
            <a:ext cx="38682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indent="-2286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4" name="Google Shape;84;p18"/>
          <p:cNvSpPr txBox="1"/>
          <p:nvPr>
            <p:ph idx="2" type="body"/>
          </p:nvPr>
        </p:nvSpPr>
        <p:spPr>
          <a:xfrm>
            <a:off x="629841" y="1878806"/>
            <a:ext cx="3868200" cy="27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175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body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indent="-2286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6" name="Google Shape;86;p18"/>
          <p:cNvSpPr txBox="1"/>
          <p:nvPr>
            <p:ph idx="4" type="body"/>
          </p:nvPr>
        </p:nvSpPr>
        <p:spPr>
          <a:xfrm>
            <a:off x="4629150" y="1878806"/>
            <a:ext cx="3887400" cy="27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175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rtl="0" algn="r">
              <a:spcBef>
                <a:spcPts val="0"/>
              </a:spcBef>
              <a:buNone/>
              <a:defRPr/>
            </a:lvl1pPr>
            <a:lvl2pPr indent="0" lvl="1" marL="0" rtl="0" algn="r">
              <a:spcBef>
                <a:spcPts val="0"/>
              </a:spcBef>
              <a:buNone/>
              <a:defRPr/>
            </a:lvl2pPr>
            <a:lvl3pPr indent="0" lvl="2" marL="0" rtl="0" algn="r">
              <a:spcBef>
                <a:spcPts val="0"/>
              </a:spcBef>
              <a:buNone/>
              <a:defRPr/>
            </a:lvl3pPr>
            <a:lvl4pPr indent="0" lvl="3" marL="0" rtl="0" algn="r">
              <a:spcBef>
                <a:spcPts val="0"/>
              </a:spcBef>
              <a:buNone/>
              <a:defRPr/>
            </a:lvl4pPr>
            <a:lvl5pPr indent="0" lvl="4" marL="0" rtl="0" algn="r">
              <a:spcBef>
                <a:spcPts val="0"/>
              </a:spcBef>
              <a:buNone/>
              <a:defRPr/>
            </a:lvl5pPr>
            <a:lvl6pPr indent="0" lvl="5" marL="0" rtl="0" algn="r">
              <a:spcBef>
                <a:spcPts val="0"/>
              </a:spcBef>
              <a:buNone/>
              <a:defRPr/>
            </a:lvl6pPr>
            <a:lvl7pPr indent="0" lvl="6" marL="0" rtl="0" algn="r">
              <a:spcBef>
                <a:spcPts val="0"/>
              </a:spcBef>
              <a:buNone/>
              <a:defRPr/>
            </a:lvl7pPr>
            <a:lvl8pPr indent="0" lvl="7" marL="0" rtl="0" algn="r">
              <a:spcBef>
                <a:spcPts val="0"/>
              </a:spcBef>
              <a:buNone/>
              <a:defRPr/>
            </a:lvl8pPr>
            <a:lvl9pPr indent="0" lvl="8" marL="0" rt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rtl="0" algn="r">
              <a:spcBef>
                <a:spcPts val="0"/>
              </a:spcBef>
              <a:buNone/>
              <a:defRPr/>
            </a:lvl1pPr>
            <a:lvl2pPr indent="0" lvl="1" marL="0" rtl="0" algn="r">
              <a:spcBef>
                <a:spcPts val="0"/>
              </a:spcBef>
              <a:buNone/>
              <a:defRPr/>
            </a:lvl2pPr>
            <a:lvl3pPr indent="0" lvl="2" marL="0" rtl="0" algn="r">
              <a:spcBef>
                <a:spcPts val="0"/>
              </a:spcBef>
              <a:buNone/>
              <a:defRPr/>
            </a:lvl3pPr>
            <a:lvl4pPr indent="0" lvl="3" marL="0" rtl="0" algn="r">
              <a:spcBef>
                <a:spcPts val="0"/>
              </a:spcBef>
              <a:buNone/>
              <a:defRPr/>
            </a:lvl4pPr>
            <a:lvl5pPr indent="0" lvl="4" marL="0" rtl="0" algn="r">
              <a:spcBef>
                <a:spcPts val="0"/>
              </a:spcBef>
              <a:buNone/>
              <a:defRPr/>
            </a:lvl5pPr>
            <a:lvl6pPr indent="0" lvl="5" marL="0" rtl="0" algn="r">
              <a:spcBef>
                <a:spcPts val="0"/>
              </a:spcBef>
              <a:buNone/>
              <a:defRPr/>
            </a:lvl6pPr>
            <a:lvl7pPr indent="0" lvl="6" marL="0" rtl="0" algn="r">
              <a:spcBef>
                <a:spcPts val="0"/>
              </a:spcBef>
              <a:buNone/>
              <a:defRPr/>
            </a:lvl7pPr>
            <a:lvl8pPr indent="0" lvl="7" marL="0" rtl="0" algn="r">
              <a:spcBef>
                <a:spcPts val="0"/>
              </a:spcBef>
              <a:buNone/>
              <a:defRPr/>
            </a:lvl8pPr>
            <a:lvl9pPr indent="0" lvl="8" marL="0" rt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rtl="0" algn="r">
              <a:spcBef>
                <a:spcPts val="0"/>
              </a:spcBef>
              <a:buNone/>
              <a:defRPr/>
            </a:lvl1pPr>
            <a:lvl2pPr indent="0" lvl="1" marL="0" rtl="0" algn="r">
              <a:spcBef>
                <a:spcPts val="0"/>
              </a:spcBef>
              <a:buNone/>
              <a:defRPr/>
            </a:lvl2pPr>
            <a:lvl3pPr indent="0" lvl="2" marL="0" rtl="0" algn="r">
              <a:spcBef>
                <a:spcPts val="0"/>
              </a:spcBef>
              <a:buNone/>
              <a:defRPr/>
            </a:lvl3pPr>
            <a:lvl4pPr indent="0" lvl="3" marL="0" rtl="0" algn="r">
              <a:spcBef>
                <a:spcPts val="0"/>
              </a:spcBef>
              <a:buNone/>
              <a:defRPr/>
            </a:lvl4pPr>
            <a:lvl5pPr indent="0" lvl="4" marL="0" rtl="0" algn="r">
              <a:spcBef>
                <a:spcPts val="0"/>
              </a:spcBef>
              <a:buNone/>
              <a:defRPr/>
            </a:lvl5pPr>
            <a:lvl6pPr indent="0" lvl="5" marL="0" rtl="0" algn="r">
              <a:spcBef>
                <a:spcPts val="0"/>
              </a:spcBef>
              <a:buNone/>
              <a:defRPr/>
            </a:lvl6pPr>
            <a:lvl7pPr indent="0" lvl="6" marL="0" rtl="0" algn="r">
              <a:spcBef>
                <a:spcPts val="0"/>
              </a:spcBef>
              <a:buNone/>
              <a:defRPr/>
            </a:lvl7pPr>
            <a:lvl8pPr indent="0" lvl="7" marL="0" rtl="0" algn="r">
              <a:spcBef>
                <a:spcPts val="0"/>
              </a:spcBef>
              <a:buNone/>
              <a:defRPr/>
            </a:lvl8pPr>
            <a:lvl9pPr indent="0" lvl="8" marL="0" rt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629841" y="342900"/>
            <a:ext cx="2949300" cy="1200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3887391" y="740569"/>
            <a:ext cx="4629000" cy="36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810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62984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rtl="0" algn="r">
              <a:spcBef>
                <a:spcPts val="0"/>
              </a:spcBef>
              <a:buNone/>
              <a:defRPr/>
            </a:lvl1pPr>
            <a:lvl2pPr indent="0" lvl="1" marL="0" rtl="0" algn="r">
              <a:spcBef>
                <a:spcPts val="0"/>
              </a:spcBef>
              <a:buNone/>
              <a:defRPr/>
            </a:lvl2pPr>
            <a:lvl3pPr indent="0" lvl="2" marL="0" rtl="0" algn="r">
              <a:spcBef>
                <a:spcPts val="0"/>
              </a:spcBef>
              <a:buNone/>
              <a:defRPr/>
            </a:lvl3pPr>
            <a:lvl4pPr indent="0" lvl="3" marL="0" rtl="0" algn="r">
              <a:spcBef>
                <a:spcPts val="0"/>
              </a:spcBef>
              <a:buNone/>
              <a:defRPr/>
            </a:lvl4pPr>
            <a:lvl5pPr indent="0" lvl="4" marL="0" rtl="0" algn="r">
              <a:spcBef>
                <a:spcPts val="0"/>
              </a:spcBef>
              <a:buNone/>
              <a:defRPr/>
            </a:lvl5pPr>
            <a:lvl6pPr indent="0" lvl="5" marL="0" rtl="0" algn="r">
              <a:spcBef>
                <a:spcPts val="0"/>
              </a:spcBef>
              <a:buNone/>
              <a:defRPr/>
            </a:lvl6pPr>
            <a:lvl7pPr indent="0" lvl="6" marL="0" rtl="0" algn="r">
              <a:spcBef>
                <a:spcPts val="0"/>
              </a:spcBef>
              <a:buNone/>
              <a:defRPr/>
            </a:lvl7pPr>
            <a:lvl8pPr indent="0" lvl="7" marL="0" rtl="0" algn="r">
              <a:spcBef>
                <a:spcPts val="0"/>
              </a:spcBef>
              <a:buNone/>
              <a:defRPr/>
            </a:lvl8pPr>
            <a:lvl9pPr indent="0" lvl="8" marL="0" rt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629841" y="342900"/>
            <a:ext cx="2949300" cy="1200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3887391" y="740569"/>
            <a:ext cx="4629000" cy="36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62984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rtl="0" algn="r">
              <a:spcBef>
                <a:spcPts val="0"/>
              </a:spcBef>
              <a:buNone/>
              <a:defRPr/>
            </a:lvl1pPr>
            <a:lvl2pPr indent="0" lvl="1" marL="0" rtl="0" algn="r">
              <a:spcBef>
                <a:spcPts val="0"/>
              </a:spcBef>
              <a:buNone/>
              <a:defRPr/>
            </a:lvl2pPr>
            <a:lvl3pPr indent="0" lvl="2" marL="0" rtl="0" algn="r">
              <a:spcBef>
                <a:spcPts val="0"/>
              </a:spcBef>
              <a:buNone/>
              <a:defRPr/>
            </a:lvl3pPr>
            <a:lvl4pPr indent="0" lvl="3" marL="0" rtl="0" algn="r">
              <a:spcBef>
                <a:spcPts val="0"/>
              </a:spcBef>
              <a:buNone/>
              <a:defRPr/>
            </a:lvl4pPr>
            <a:lvl5pPr indent="0" lvl="4" marL="0" rtl="0" algn="r">
              <a:spcBef>
                <a:spcPts val="0"/>
              </a:spcBef>
              <a:buNone/>
              <a:defRPr/>
            </a:lvl5pPr>
            <a:lvl6pPr indent="0" lvl="5" marL="0" rtl="0" algn="r">
              <a:spcBef>
                <a:spcPts val="0"/>
              </a:spcBef>
              <a:buNone/>
              <a:defRPr/>
            </a:lvl6pPr>
            <a:lvl7pPr indent="0" lvl="6" marL="0" rtl="0" algn="r">
              <a:spcBef>
                <a:spcPts val="0"/>
              </a:spcBef>
              <a:buNone/>
              <a:defRPr/>
            </a:lvl7pPr>
            <a:lvl8pPr indent="0" lvl="7" marL="0" rtl="0" algn="r">
              <a:spcBef>
                <a:spcPts val="0"/>
              </a:spcBef>
              <a:buNone/>
              <a:defRPr/>
            </a:lvl8pPr>
            <a:lvl9pPr indent="0" lvl="8" marL="0" rt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175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rtl="0" algn="r">
              <a:spcBef>
                <a:spcPts val="0"/>
              </a:spcBef>
              <a:buNone/>
              <a:defRPr/>
            </a:lvl1pPr>
            <a:lvl2pPr indent="0" lvl="1" marL="0" rtl="0" algn="r">
              <a:spcBef>
                <a:spcPts val="0"/>
              </a:spcBef>
              <a:buNone/>
              <a:defRPr/>
            </a:lvl2pPr>
            <a:lvl3pPr indent="0" lvl="2" marL="0" rtl="0" algn="r">
              <a:spcBef>
                <a:spcPts val="0"/>
              </a:spcBef>
              <a:buNone/>
              <a:defRPr/>
            </a:lvl3pPr>
            <a:lvl4pPr indent="0" lvl="3" marL="0" rtl="0" algn="r">
              <a:spcBef>
                <a:spcPts val="0"/>
              </a:spcBef>
              <a:buNone/>
              <a:defRPr/>
            </a:lvl4pPr>
            <a:lvl5pPr indent="0" lvl="4" marL="0" rtl="0" algn="r">
              <a:spcBef>
                <a:spcPts val="0"/>
              </a:spcBef>
              <a:buNone/>
              <a:defRPr/>
            </a:lvl5pPr>
            <a:lvl6pPr indent="0" lvl="5" marL="0" rtl="0" algn="r">
              <a:spcBef>
                <a:spcPts val="0"/>
              </a:spcBef>
              <a:buNone/>
              <a:defRPr/>
            </a:lvl6pPr>
            <a:lvl7pPr indent="0" lvl="6" marL="0" rtl="0" algn="r">
              <a:spcBef>
                <a:spcPts val="0"/>
              </a:spcBef>
              <a:buNone/>
              <a:defRPr/>
            </a:lvl7pPr>
            <a:lvl8pPr indent="0" lvl="7" marL="0" rtl="0" algn="r">
              <a:spcBef>
                <a:spcPts val="0"/>
              </a:spcBef>
              <a:buNone/>
              <a:defRPr/>
            </a:lvl8pPr>
            <a:lvl9pPr indent="0" lvl="8" marL="0" rt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175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rtl="0" algn="r">
              <a:spcBef>
                <a:spcPts val="0"/>
              </a:spcBef>
              <a:buNone/>
              <a:defRPr/>
            </a:lvl1pPr>
            <a:lvl2pPr indent="0" lvl="1" marL="0" rtl="0" algn="r">
              <a:spcBef>
                <a:spcPts val="0"/>
              </a:spcBef>
              <a:buNone/>
              <a:defRPr/>
            </a:lvl2pPr>
            <a:lvl3pPr indent="0" lvl="2" marL="0" rtl="0" algn="r">
              <a:spcBef>
                <a:spcPts val="0"/>
              </a:spcBef>
              <a:buNone/>
              <a:defRPr/>
            </a:lvl3pPr>
            <a:lvl4pPr indent="0" lvl="3" marL="0" rtl="0" algn="r">
              <a:spcBef>
                <a:spcPts val="0"/>
              </a:spcBef>
              <a:buNone/>
              <a:defRPr/>
            </a:lvl4pPr>
            <a:lvl5pPr indent="0" lvl="4" marL="0" rtl="0" algn="r">
              <a:spcBef>
                <a:spcPts val="0"/>
              </a:spcBef>
              <a:buNone/>
              <a:defRPr/>
            </a:lvl5pPr>
            <a:lvl6pPr indent="0" lvl="5" marL="0" rtl="0" algn="r">
              <a:spcBef>
                <a:spcPts val="0"/>
              </a:spcBef>
              <a:buNone/>
              <a:defRPr/>
            </a:lvl6pPr>
            <a:lvl7pPr indent="0" lvl="6" marL="0" rtl="0" algn="r">
              <a:spcBef>
                <a:spcPts val="0"/>
              </a:spcBef>
              <a:buNone/>
              <a:defRPr/>
            </a:lvl7pPr>
            <a:lvl8pPr indent="0" lvl="7" marL="0" rtl="0" algn="r">
              <a:spcBef>
                <a:spcPts val="0"/>
              </a:spcBef>
              <a:buNone/>
              <a:defRPr/>
            </a:lvl8pPr>
            <a:lvl9pPr indent="0" lvl="8" marL="0" rt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6" name="Google Shape;126;p2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127" name="Google Shape;127;p2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" name="Google Shape;128;p2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9" name="Google Shape;129;p2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30" name="Google Shape;130;p25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rtl="0">
              <a:spcBef>
                <a:spcPts val="800"/>
              </a:spcBef>
              <a:spcAft>
                <a:spcPts val="0"/>
              </a:spcAft>
              <a:buSzPts val="2100"/>
              <a:buChar char="•"/>
              <a:defRPr/>
            </a:lvl1pPr>
            <a:lvl2pPr indent="-342900" lvl="1" marL="914400" rtl="0"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2pPr>
            <a:lvl3pPr indent="-323850" lvl="2" marL="1371600" rtl="0">
              <a:spcBef>
                <a:spcPts val="400"/>
              </a:spcBef>
              <a:spcAft>
                <a:spcPts val="0"/>
              </a:spcAft>
              <a:buSzPts val="1500"/>
              <a:buChar char="•"/>
              <a:defRPr/>
            </a:lvl3pPr>
            <a:lvl4pPr indent="-317500" lvl="3" marL="1828800" rtl="0"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rtl="0"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rtl="0"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rtl="0"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rtl="0"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rtl="0"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131" name="Google Shape;131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3.png"/><Relationship Id="rId4" Type="http://schemas.openxmlformats.org/officeDocument/2006/relationships/image" Target="../media/image1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png"/><Relationship Id="rId4" Type="http://schemas.openxmlformats.org/officeDocument/2006/relationships/image" Target="../media/image1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Relationship Id="rId4" Type="http://schemas.openxmlformats.org/officeDocument/2006/relationships/image" Target="../media/image1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Relationship Id="rId4" Type="http://schemas.openxmlformats.org/officeDocument/2006/relationships/image" Target="../media/image1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Relationship Id="rId4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Relationship Id="rId4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Relationship Id="rId4" Type="http://schemas.openxmlformats.org/officeDocument/2006/relationships/image" Target="../media/image1.png"/><Relationship Id="rId5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Relationship Id="rId4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5.png"/><Relationship Id="rId4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5.png"/><Relationship Id="rId4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png"/><Relationship Id="rId4" Type="http://schemas.openxmlformats.org/officeDocument/2006/relationships/image" Target="../media/image1.png"/><Relationship Id="rId5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Relationship Id="rId4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Relationship Id="rId4" Type="http://schemas.openxmlformats.org/officeDocument/2006/relationships/image" Target="../media/image1.png"/><Relationship Id="rId5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png"/><Relationship Id="rId4" Type="http://schemas.openxmlformats.org/officeDocument/2006/relationships/image" Target="../media/image1.png"/><Relationship Id="rId5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Relationship Id="rId4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Relationship Id="rId4" Type="http://schemas.openxmlformats.org/officeDocument/2006/relationships/image" Target="../media/image1.png"/><Relationship Id="rId5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Relationship Id="rId4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Relationship Id="rId4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Relationship Id="rId4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5.png"/><Relationship Id="rId4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Relationship Id="rId4" Type="http://schemas.openxmlformats.org/officeDocument/2006/relationships/image" Target="../media/image1.png"/><Relationship Id="rId5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Relationship Id="rId4" Type="http://schemas.openxmlformats.org/officeDocument/2006/relationships/image" Target="../media/image1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6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26"/>
          <p:cNvSpPr txBox="1"/>
          <p:nvPr>
            <p:ph idx="1" type="subTitle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26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9" name="Google Shape;13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28225" y="-15950"/>
            <a:ext cx="9257376" cy="5175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6"/>
          <p:cNvSpPr txBox="1"/>
          <p:nvPr/>
        </p:nvSpPr>
        <p:spPr>
          <a:xfrm>
            <a:off x="3840325" y="1555950"/>
            <a:ext cx="4762800" cy="84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b="1" lang="en" sz="4800">
                <a:solidFill>
                  <a:srgbClr val="F1C23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Flask</a:t>
            </a:r>
            <a:endParaRPr b="1" sz="4800">
              <a:solidFill>
                <a:srgbClr val="F1C23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42" name="Google Shape;142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67975" y="1169650"/>
            <a:ext cx="2804225" cy="280422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6"/>
          <p:cNvSpPr txBox="1"/>
          <p:nvPr/>
        </p:nvSpPr>
        <p:spPr>
          <a:xfrm>
            <a:off x="3840325" y="2477250"/>
            <a:ext cx="2888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1C23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By: </a:t>
            </a:r>
            <a:r>
              <a:rPr lang="en" sz="2200">
                <a:solidFill>
                  <a:srgbClr val="F1C23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Christian</a:t>
            </a:r>
            <a:r>
              <a:rPr lang="en" sz="2200">
                <a:solidFill>
                  <a:srgbClr val="F1C23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Eriksen</a:t>
            </a:r>
            <a:endParaRPr sz="2200">
              <a:solidFill>
                <a:srgbClr val="F1C23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27"/>
          <p:cNvSpPr txBox="1"/>
          <p:nvPr>
            <p:ph idx="1" type="subTitle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27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1" name="Google Shape;151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27"/>
          <p:cNvSpPr txBox="1"/>
          <p:nvPr/>
        </p:nvSpPr>
        <p:spPr>
          <a:xfrm>
            <a:off x="577725" y="302125"/>
            <a:ext cx="65907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PDA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7"/>
          <p:cNvSpPr txBox="1"/>
          <p:nvPr/>
        </p:nvSpPr>
        <p:spPr>
          <a:xfrm>
            <a:off x="577725" y="1234725"/>
            <a:ext cx="8171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7"/>
          <p:cNvSpPr txBox="1"/>
          <p:nvPr/>
        </p:nvSpPr>
        <p:spPr>
          <a:xfrm>
            <a:off x="577725" y="1234725"/>
            <a:ext cx="8171100" cy="29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P: Purpose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Give you a basic introduction to a central part of web development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Give you the chance to learn by doing it yourself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DR: Desired Result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You should know the basic features of flask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You should be able to create routes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You should be able to build simple html pages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A:Agenda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28"/>
          <p:cNvSpPr txBox="1"/>
          <p:nvPr>
            <p:ph idx="1" type="subTitle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28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4" name="Google Shape;16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8"/>
          <p:cNvSpPr txBox="1"/>
          <p:nvPr/>
        </p:nvSpPr>
        <p:spPr>
          <a:xfrm>
            <a:off x="577725" y="302125"/>
            <a:ext cx="65907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Agenda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67" name="Google Shape;167;p28"/>
          <p:cNvGraphicFramePr/>
          <p:nvPr/>
        </p:nvGraphicFramePr>
        <p:xfrm>
          <a:off x="577725" y="1382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{411124F2-A59B-481F-90A4-E3CCEB1B5412}</a:tableStyleId>
              </a:tblPr>
              <a:tblGrid>
                <a:gridCol w="720900"/>
                <a:gridCol w="7064900"/>
              </a:tblGrid>
              <a:tr h="548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100">
                          <a:solidFill>
                            <a:srgbClr val="F1C232"/>
                          </a:solidFill>
                        </a:rPr>
                        <a:t>01</a:t>
                      </a:r>
                      <a:endParaRPr sz="2100">
                        <a:solidFill>
                          <a:srgbClr val="F1C23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rgbClr val="F1C232"/>
                          </a:solidFill>
                        </a:rPr>
                        <a:t>Git Kahoot</a:t>
                      </a:r>
                      <a:endParaRPr sz="9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5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100">
                          <a:solidFill>
                            <a:srgbClr val="F1C232"/>
                          </a:solidFill>
                        </a:rPr>
                        <a:t>02</a:t>
                      </a:r>
                      <a:endParaRPr sz="2100">
                        <a:solidFill>
                          <a:srgbClr val="F1C23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rgbClr val="F1C232"/>
                          </a:solidFill>
                        </a:rPr>
                        <a:t>The plan going forward</a:t>
                      </a:r>
                      <a:endParaRPr sz="1500">
                        <a:solidFill>
                          <a:srgbClr val="F1C23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8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000">
                          <a:solidFill>
                            <a:srgbClr val="F1C232"/>
                          </a:solidFill>
                        </a:rPr>
                        <a:t>03</a:t>
                      </a:r>
                      <a:endParaRPr sz="2000"/>
                    </a:p>
                  </a:txBody>
                  <a:tcPr marT="91425" marB="91425" marR="91425" marL="91425">
                    <a:lnL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rgbClr val="F1C232"/>
                          </a:solidFill>
                        </a:rPr>
                        <a:t>What flask is and why we use it</a:t>
                      </a:r>
                      <a:endParaRPr sz="1500">
                        <a:solidFill>
                          <a:srgbClr val="F1C23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8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100">
                          <a:solidFill>
                            <a:srgbClr val="F1C232"/>
                          </a:solidFill>
                        </a:rPr>
                        <a:t>04</a:t>
                      </a:r>
                      <a:endParaRPr sz="2100"/>
                    </a:p>
                  </a:txBody>
                  <a:tcPr marT="91425" marB="91425" marR="91425" marL="91425">
                    <a:lnL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rgbClr val="F1C232"/>
                          </a:solidFill>
                        </a:rPr>
                        <a:t>Flask basics and flask structure</a:t>
                      </a:r>
                      <a:endParaRPr sz="1500">
                        <a:solidFill>
                          <a:srgbClr val="F1C23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8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100">
                          <a:solidFill>
                            <a:srgbClr val="F1C232"/>
                          </a:solidFill>
                        </a:rPr>
                        <a:t>05</a:t>
                      </a:r>
                      <a:endParaRPr sz="2100">
                        <a:solidFill>
                          <a:srgbClr val="F1C23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64008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rgbClr val="F1C232"/>
                          </a:solidFill>
                        </a:rPr>
                        <a:t>Demo</a:t>
                      </a:r>
                      <a:endParaRPr sz="1500">
                        <a:solidFill>
                          <a:srgbClr val="F1C23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8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100">
                          <a:solidFill>
                            <a:srgbClr val="F1C232"/>
                          </a:solidFill>
                        </a:rPr>
                        <a:t>06</a:t>
                      </a:r>
                      <a:endParaRPr sz="2100">
                        <a:solidFill>
                          <a:srgbClr val="F1C23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64008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rgbClr val="F1C232"/>
                          </a:solidFill>
                        </a:rPr>
                        <a:t>Hands-on exercise</a:t>
                      </a:r>
                      <a:endParaRPr sz="1500">
                        <a:solidFill>
                          <a:srgbClr val="F1C232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1C232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id="168" name="Google Shape;168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9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29"/>
          <p:cNvSpPr txBox="1"/>
          <p:nvPr>
            <p:ph idx="1" type="subTitle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29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6" name="Google Shape;17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9"/>
          <p:cNvSpPr txBox="1"/>
          <p:nvPr/>
        </p:nvSpPr>
        <p:spPr>
          <a:xfrm>
            <a:off x="577725" y="302125"/>
            <a:ext cx="65907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The plan going forward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9" name="Google Shape;179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29"/>
          <p:cNvSpPr txBox="1"/>
          <p:nvPr/>
        </p:nvSpPr>
        <p:spPr>
          <a:xfrm>
            <a:off x="577725" y="1234725"/>
            <a:ext cx="8171100" cy="29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Today: Introductory course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Purpose: Give you an introduction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Deep dive 1: Communication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Purpose: Teach you to receive and send data over the network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Deep dive 2: Databases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Purpose: Teach you to read/write data from the database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Deep dive 3: Design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Purpose: Teach you to build good-looking websites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Idea: We use the same codebase through all the courses, and the result will be a LinkedIn CV builder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30"/>
          <p:cNvSpPr txBox="1"/>
          <p:nvPr>
            <p:ph idx="1" type="subTitle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30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8" name="Google Shape;188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30"/>
          <p:cNvSpPr txBox="1"/>
          <p:nvPr/>
        </p:nvSpPr>
        <p:spPr>
          <a:xfrm>
            <a:off x="577725" y="302125"/>
            <a:ext cx="65907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What is flask?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1" name="Google Shape;191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30"/>
          <p:cNvSpPr txBox="1"/>
          <p:nvPr/>
        </p:nvSpPr>
        <p:spPr>
          <a:xfrm>
            <a:off x="577725" y="1234725"/>
            <a:ext cx="81711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Flask is a micro web framework written in Python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What does micro web framework mean?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It covers only the essentials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Routing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Request handling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Template handling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3" name="Google Shape;193;p3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52725" y="2894275"/>
            <a:ext cx="4153250" cy="148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1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31"/>
          <p:cNvSpPr txBox="1"/>
          <p:nvPr>
            <p:ph idx="1" type="subTitle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31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1" name="Google Shape;201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31"/>
          <p:cNvSpPr txBox="1"/>
          <p:nvPr/>
        </p:nvSpPr>
        <p:spPr>
          <a:xfrm>
            <a:off x="577725" y="302125"/>
            <a:ext cx="65907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Why do we use flask?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4" name="Google Shape;204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31"/>
          <p:cNvSpPr txBox="1"/>
          <p:nvPr/>
        </p:nvSpPr>
        <p:spPr>
          <a:xfrm>
            <a:off x="577725" y="1234725"/>
            <a:ext cx="8171100" cy="32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AutoNum type="arabicPeriod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We want to give you knowledge you can use later in life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Python is </a:t>
            </a: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far</a:t>
            </a: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 more </a:t>
            </a: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user-friendly</a:t>
            </a: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 for a business economist than e.g. C#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AutoNum type="arabicPeriod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We build sites for NHHS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We have a limited amount of traffic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We have limited </a:t>
            </a: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complexity</a:t>
            </a: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 to deal with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=&gt; Flask covers our needs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AutoNum type="arabicPeriod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Flask is very user-friendly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AutoNum type="arabicPeriod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There is a rich ecosystem around flask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People have built “packages” for everything flask is missing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=&gt; This makes flask fairly complete anyway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In other words: no point using a sledgehammer to crack a nut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6" name="Google Shape;206;p3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23400" y="1234723"/>
            <a:ext cx="2069825" cy="2924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2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32"/>
          <p:cNvSpPr txBox="1"/>
          <p:nvPr>
            <p:ph idx="1" type="subTitle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32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4" name="Google Shape;214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32"/>
          <p:cNvSpPr txBox="1"/>
          <p:nvPr/>
        </p:nvSpPr>
        <p:spPr>
          <a:xfrm>
            <a:off x="577725" y="302125"/>
            <a:ext cx="65907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Simple flask application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7" name="Google Shape;217;p3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32"/>
          <p:cNvSpPr txBox="1"/>
          <p:nvPr/>
        </p:nvSpPr>
        <p:spPr>
          <a:xfrm>
            <a:off x="577725" y="1234725"/>
            <a:ext cx="8171100" cy="36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C586C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4EC9B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flask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C586C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4EC9B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Flask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render_template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request</a:t>
            </a:r>
            <a:endParaRPr sz="1050">
              <a:solidFill>
                <a:srgbClr val="9CDCFE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6A9955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# Define the Flask application</a:t>
            </a:r>
            <a:endParaRPr sz="1050">
              <a:solidFill>
                <a:srgbClr val="6A9955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app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= </a:t>
            </a:r>
            <a:r>
              <a:rPr lang="en" sz="1050">
                <a:solidFill>
                  <a:srgbClr val="4EC9B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Flask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__name__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6A9955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# Define the home route</a:t>
            </a:r>
            <a:endParaRPr sz="1050">
              <a:solidFill>
                <a:srgbClr val="6A9955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@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app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.route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'/'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569CD6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def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home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():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C586C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render_template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'index.html'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C586C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if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__name__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== 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'__main__'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app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run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debug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50">
                <a:solidFill>
                  <a:srgbClr val="4FC1FF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True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3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33"/>
          <p:cNvSpPr txBox="1"/>
          <p:nvPr>
            <p:ph idx="1" type="subTitle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33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6" name="Google Shape;226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33"/>
          <p:cNvSpPr txBox="1"/>
          <p:nvPr/>
        </p:nvSpPr>
        <p:spPr>
          <a:xfrm>
            <a:off x="577725" y="302125"/>
            <a:ext cx="80013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How to run/start a flask app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9" name="Google Shape;229;p3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33"/>
          <p:cNvSpPr txBox="1"/>
          <p:nvPr/>
        </p:nvSpPr>
        <p:spPr>
          <a:xfrm>
            <a:off x="577725" y="1234725"/>
            <a:ext cx="8171100" cy="23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Your terminal path has to be in the same place as app.py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That usually means you have to type “cd app” first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This means “change directory to app”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Mac: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Python3 app.py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Windows: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Py app.py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1" name="Google Shape;231;p3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8388" y="2965282"/>
            <a:ext cx="9144001" cy="15852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34"/>
          <p:cNvSpPr txBox="1"/>
          <p:nvPr>
            <p:ph idx="1" type="subTitle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34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9" name="Google Shape;239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34"/>
          <p:cNvSpPr txBox="1"/>
          <p:nvPr/>
        </p:nvSpPr>
        <p:spPr>
          <a:xfrm>
            <a:off x="577725" y="302125"/>
            <a:ext cx="65907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Routing in flask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4"/>
          <p:cNvSpPr txBox="1"/>
          <p:nvPr/>
        </p:nvSpPr>
        <p:spPr>
          <a:xfrm>
            <a:off x="577725" y="1234725"/>
            <a:ext cx="81711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Routing</a:t>
            </a: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 is a method for connecting a url (what you type into the browser) to a function in Python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Each page (url) then has its own function in Python that returns a template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34"/>
          <p:cNvSpPr txBox="1"/>
          <p:nvPr/>
        </p:nvSpPr>
        <p:spPr>
          <a:xfrm>
            <a:off x="5193325" y="2496825"/>
            <a:ext cx="3745200" cy="10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6A9955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# Define the home route</a:t>
            </a:r>
            <a:endParaRPr sz="1050">
              <a:solidFill>
                <a:srgbClr val="6A9955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@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app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.route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'/'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69CD6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def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home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():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C586C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render_template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'index.html'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245" name="Google Shape;245;p3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143000" y="2522775"/>
            <a:ext cx="2171700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34"/>
          <p:cNvSpPr/>
          <p:nvPr/>
        </p:nvSpPr>
        <p:spPr>
          <a:xfrm>
            <a:off x="3664450" y="2902450"/>
            <a:ext cx="1292700" cy="2484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5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35"/>
          <p:cNvSpPr txBox="1"/>
          <p:nvPr>
            <p:ph idx="1" type="subTitle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35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4" name="Google Shape;254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35"/>
          <p:cNvSpPr txBox="1"/>
          <p:nvPr/>
        </p:nvSpPr>
        <p:spPr>
          <a:xfrm>
            <a:off x="577725" y="302125"/>
            <a:ext cx="65907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Routing in flask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7" name="Google Shape;257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35"/>
          <p:cNvSpPr txBox="1"/>
          <p:nvPr/>
        </p:nvSpPr>
        <p:spPr>
          <a:xfrm>
            <a:off x="577725" y="1234725"/>
            <a:ext cx="8171100" cy="23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You can have variables in a route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This saves you from writing endless routes for the same type of page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Think: every news article on vg.no has the same layout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Headline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Image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Date and author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The article itself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35"/>
          <p:cNvSpPr/>
          <p:nvPr/>
        </p:nvSpPr>
        <p:spPr>
          <a:xfrm>
            <a:off x="3655900" y="3765250"/>
            <a:ext cx="1068600" cy="2874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0" name="Google Shape;260;p3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763" y="3503688"/>
            <a:ext cx="3419475" cy="77152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35"/>
          <p:cNvSpPr txBox="1"/>
          <p:nvPr/>
        </p:nvSpPr>
        <p:spPr>
          <a:xfrm>
            <a:off x="4894225" y="3452300"/>
            <a:ext cx="4477800" cy="10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6A9955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# Define the news route</a:t>
            </a:r>
            <a:endParaRPr sz="1050">
              <a:solidFill>
                <a:srgbClr val="6A9955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@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app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.route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'/news/i/&lt;id&gt;'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69CD6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def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news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id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):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C586C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render_template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'news.html'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id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id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62" name="Google Shape;262;p35"/>
          <p:cNvSpPr/>
          <p:nvPr/>
        </p:nvSpPr>
        <p:spPr>
          <a:xfrm rot="5823485">
            <a:off x="6395662" y="2893767"/>
            <a:ext cx="1369679" cy="19982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35"/>
          <p:cNvSpPr/>
          <p:nvPr/>
        </p:nvSpPr>
        <p:spPr>
          <a:xfrm rot="10659915">
            <a:off x="6325403" y="3927871"/>
            <a:ext cx="1369737" cy="19996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35"/>
          <p:cNvSpPr/>
          <p:nvPr/>
        </p:nvSpPr>
        <p:spPr>
          <a:xfrm rot="5673625">
            <a:off x="8164625" y="3365140"/>
            <a:ext cx="1369636" cy="19983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6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36"/>
          <p:cNvSpPr txBox="1"/>
          <p:nvPr>
            <p:ph idx="1" type="subTitle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36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2" name="Google Shape;272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36"/>
          <p:cNvSpPr txBox="1"/>
          <p:nvPr/>
        </p:nvSpPr>
        <p:spPr>
          <a:xfrm>
            <a:off x="577725" y="302125"/>
            <a:ext cx="84123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Routing in flask - request handling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5" name="Google Shape;275;p3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36"/>
          <p:cNvSpPr txBox="1"/>
          <p:nvPr/>
        </p:nvSpPr>
        <p:spPr>
          <a:xfrm>
            <a:off x="577725" y="1234725"/>
            <a:ext cx="81711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In web development there are different methods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GET, POST, PUT, PATCH, DELETE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Often called CRUD in the REST API world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Different methods are used for different operations: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GET -&gt; May I have this </a:t>
            </a: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information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POST -&gt; I am giving you this information, can you store it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36"/>
          <p:cNvSpPr txBox="1"/>
          <p:nvPr/>
        </p:nvSpPr>
        <p:spPr>
          <a:xfrm>
            <a:off x="4529200" y="2928125"/>
            <a:ext cx="4219800" cy="14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6A9955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# POST route</a:t>
            </a:r>
            <a:endParaRPr sz="1050">
              <a:solidFill>
                <a:srgbClr val="6A9955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@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app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.route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'/news'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methods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=[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'POST'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])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69CD6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def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news_create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():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data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= request.form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app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logger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info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569CD6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f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"Received data: </a:t>
            </a:r>
            <a:r>
              <a:rPr lang="en" sz="1050">
                <a:solidFill>
                  <a:srgbClr val="569CD6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{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data</a:t>
            </a:r>
            <a:r>
              <a:rPr lang="en" sz="1050">
                <a:solidFill>
                  <a:srgbClr val="569CD6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"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C586C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render_template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'news_create.html'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78" name="Google Shape;278;p36"/>
          <p:cNvSpPr txBox="1"/>
          <p:nvPr/>
        </p:nvSpPr>
        <p:spPr>
          <a:xfrm>
            <a:off x="248200" y="3107075"/>
            <a:ext cx="4281000" cy="10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6A9955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# GET route</a:t>
            </a:r>
            <a:endParaRPr sz="1050">
              <a:solidFill>
                <a:srgbClr val="6A9955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@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app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.route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'/news'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methods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=[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'GET'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])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69CD6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def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news_list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():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C586C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render_template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'news_list.html'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7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37"/>
          <p:cNvSpPr txBox="1"/>
          <p:nvPr>
            <p:ph idx="1" type="subTitle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37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6" name="Google Shape;286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37"/>
          <p:cNvSpPr txBox="1"/>
          <p:nvPr/>
        </p:nvSpPr>
        <p:spPr>
          <a:xfrm>
            <a:off x="577725" y="302125"/>
            <a:ext cx="84123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File structure in a flask project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9" name="Google Shape;289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7"/>
          <p:cNvSpPr txBox="1"/>
          <p:nvPr/>
        </p:nvSpPr>
        <p:spPr>
          <a:xfrm>
            <a:off x="577725" y="1234725"/>
            <a:ext cx="8171100" cy="36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Folder:app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Folder:static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tyle.css  -&gt; Styling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customScript.js  -&gt; Custom JavaScript code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Folder:images -&gt; images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Folder:templates -&gt; The individual pages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app.py -&gt; The main code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config.py -&gt; Configuration of the application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models.py -&gt; Database schemas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.gitignore: Files Git should ignore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Readme.md: Information about the application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Dockerfile: Docker instructions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.env -&gt; Environment variables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.venv -&gt; Virtual environment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1" name="Google Shape;291;p3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047988" y="1045600"/>
            <a:ext cx="3152775" cy="342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8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38"/>
          <p:cNvSpPr txBox="1"/>
          <p:nvPr>
            <p:ph idx="1" type="subTitle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38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9" name="Google Shape;299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38"/>
          <p:cNvSpPr txBox="1"/>
          <p:nvPr/>
        </p:nvSpPr>
        <p:spPr>
          <a:xfrm>
            <a:off x="577725" y="302125"/>
            <a:ext cx="84123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Template handling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2" name="Google Shape;302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38"/>
          <p:cNvSpPr txBox="1"/>
          <p:nvPr/>
        </p:nvSpPr>
        <p:spPr>
          <a:xfrm>
            <a:off x="577725" y="1234725"/>
            <a:ext cx="8171100" cy="263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Flask uses something called server-side rendering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We build the pages (html documents) on the server, then send them to the client (the browser)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This means every page has its own .html document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Flask also uses something called Jinja2 as its template </a:t>
            </a: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engine.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This opens up quite a few possibilities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As you may have noticed, every route returns almost the same line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C586C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render_template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'&lt;file&gt;.html'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This is what creates the actual web page you see in the browser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39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39"/>
          <p:cNvSpPr txBox="1"/>
          <p:nvPr>
            <p:ph idx="1" type="subTitle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39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1" name="Google Shape;311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39"/>
          <p:cNvSpPr txBox="1"/>
          <p:nvPr/>
        </p:nvSpPr>
        <p:spPr>
          <a:xfrm>
            <a:off x="577725" y="302125"/>
            <a:ext cx="84123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Basic HTML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4" name="Google Shape;314;p3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39"/>
          <p:cNvSpPr txBox="1"/>
          <p:nvPr/>
        </p:nvSpPr>
        <p:spPr>
          <a:xfrm>
            <a:off x="577725" y="1234725"/>
            <a:ext cx="8171100" cy="36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HTML: Hyper text markup language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Used to build web pages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Consists of two main sections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&lt;head&gt; - metadata, title, CSS links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&lt;body&gt; - everything the user actually sees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&lt;header&gt; and &lt;footer&gt; are layout elements inside &lt;body&gt;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Every </a:t>
            </a: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element</a:t>
            </a: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 in an html document is wrapped in &lt;tags&gt;. For example: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&lt;div&gt;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&lt;a&gt;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&lt;li&gt;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&lt;src&gt;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&lt;img&gt;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And many many more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40"/>
          <p:cNvSpPr txBox="1"/>
          <p:nvPr>
            <p:ph idx="1" type="subTitle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40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3" name="Google Shape;323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40"/>
          <p:cNvSpPr txBox="1"/>
          <p:nvPr/>
        </p:nvSpPr>
        <p:spPr>
          <a:xfrm>
            <a:off x="577725" y="302125"/>
            <a:ext cx="84123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Basic HTML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6" name="Google Shape;326;p4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Google Shape;327;p4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8102" y="1110325"/>
            <a:ext cx="5702851" cy="3345526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40"/>
          <p:cNvSpPr/>
          <p:nvPr/>
        </p:nvSpPr>
        <p:spPr>
          <a:xfrm>
            <a:off x="710625" y="1635300"/>
            <a:ext cx="8412300" cy="6165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40"/>
          <p:cNvSpPr/>
          <p:nvPr/>
        </p:nvSpPr>
        <p:spPr>
          <a:xfrm>
            <a:off x="710625" y="2183188"/>
            <a:ext cx="8412300" cy="10584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40"/>
          <p:cNvSpPr/>
          <p:nvPr/>
        </p:nvSpPr>
        <p:spPr>
          <a:xfrm>
            <a:off x="710625" y="3321900"/>
            <a:ext cx="8412300" cy="5565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40"/>
          <p:cNvSpPr txBox="1"/>
          <p:nvPr/>
        </p:nvSpPr>
        <p:spPr>
          <a:xfrm>
            <a:off x="6130225" y="1708975"/>
            <a:ext cx="2491500" cy="3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Header</a:t>
            </a:r>
            <a:endParaRPr sz="21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40"/>
          <p:cNvSpPr txBox="1"/>
          <p:nvPr/>
        </p:nvSpPr>
        <p:spPr>
          <a:xfrm>
            <a:off x="6231250" y="2515425"/>
            <a:ext cx="2491500" cy="3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Body</a:t>
            </a:r>
            <a:endParaRPr sz="21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40"/>
          <p:cNvSpPr txBox="1"/>
          <p:nvPr/>
        </p:nvSpPr>
        <p:spPr>
          <a:xfrm>
            <a:off x="6298050" y="3321925"/>
            <a:ext cx="2491500" cy="3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  <a:endParaRPr sz="2100">
              <a:solidFill>
                <a:schemeClr val="accent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41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41"/>
          <p:cNvSpPr txBox="1"/>
          <p:nvPr>
            <p:ph idx="1" type="subTitle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41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1" name="Google Shape;341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2" name="Google Shape;342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41"/>
          <p:cNvSpPr txBox="1"/>
          <p:nvPr/>
        </p:nvSpPr>
        <p:spPr>
          <a:xfrm>
            <a:off x="577725" y="302125"/>
            <a:ext cx="84123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Basic HTML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4" name="Google Shape;344;p4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41"/>
          <p:cNvSpPr txBox="1"/>
          <p:nvPr/>
        </p:nvSpPr>
        <p:spPr>
          <a:xfrm>
            <a:off x="577725" y="1234725"/>
            <a:ext cx="8171100" cy="23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HTML on its own is fairly dull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Static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No styling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So smart people have invented even more languages you need to </a:t>
            </a: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know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CSS: Cascading Style Sheets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JavaScript (JS)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This makes the pages good-looking, dynamic and actually usable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42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42"/>
          <p:cNvSpPr txBox="1"/>
          <p:nvPr>
            <p:ph idx="1" type="subTitle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42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3" name="Google Shape;353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354" name="Google Shape;354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p42"/>
          <p:cNvSpPr txBox="1"/>
          <p:nvPr/>
        </p:nvSpPr>
        <p:spPr>
          <a:xfrm>
            <a:off x="577725" y="302125"/>
            <a:ext cx="84123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Bootstrap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6" name="Google Shape;356;p4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42"/>
          <p:cNvSpPr txBox="1"/>
          <p:nvPr/>
        </p:nvSpPr>
        <p:spPr>
          <a:xfrm>
            <a:off x="577725" y="1234725"/>
            <a:ext cx="8171100" cy="16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In it.gruppen we use Bootstrap as our styling library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A styling library is pre-written CSS code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This gives us piles of ready-made styling code, which makes us more efficient and gives our pages more uniform styling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8" name="Google Shape;358;p4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29088" y="2385950"/>
            <a:ext cx="2428875" cy="198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9" name="Google Shape;359;p4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393915" y="2210350"/>
            <a:ext cx="2383936" cy="2332400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42"/>
          <p:cNvSpPr/>
          <p:nvPr/>
        </p:nvSpPr>
        <p:spPr>
          <a:xfrm>
            <a:off x="3655900" y="3232850"/>
            <a:ext cx="1068600" cy="2874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43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43"/>
          <p:cNvSpPr txBox="1"/>
          <p:nvPr>
            <p:ph idx="1" type="subTitle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43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8" name="Google Shape;368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43"/>
          <p:cNvSpPr txBox="1"/>
          <p:nvPr/>
        </p:nvSpPr>
        <p:spPr>
          <a:xfrm>
            <a:off x="577725" y="302125"/>
            <a:ext cx="84123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Template handling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1" name="Google Shape;371;p4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43"/>
          <p:cNvSpPr txBox="1"/>
          <p:nvPr/>
        </p:nvSpPr>
        <p:spPr>
          <a:xfrm>
            <a:off x="577725" y="1234725"/>
            <a:ext cx="81711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F1C232"/>
              </a:buClr>
              <a:buSzPts val="1400"/>
              <a:buFont typeface="Calibri"/>
              <a:buChar char="-"/>
            </a:pPr>
            <a:r>
              <a:rPr lang="en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Jinja lets us populate data from the back-end (python) into html.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43"/>
          <p:cNvSpPr txBox="1"/>
          <p:nvPr/>
        </p:nvSpPr>
        <p:spPr>
          <a:xfrm>
            <a:off x="151500" y="1717375"/>
            <a:ext cx="50259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@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app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.route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'/user/&lt;user&gt;'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69CD6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def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user_profile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):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C586C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render_template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'user.html'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374" name="Google Shape;374;p4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024049" y="1680103"/>
            <a:ext cx="5537775" cy="290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4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44"/>
          <p:cNvSpPr txBox="1"/>
          <p:nvPr>
            <p:ph idx="1" type="subTitle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44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82" name="Google Shape;382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383" name="Google Shape;383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384" name="Google Shape;384;p44"/>
          <p:cNvSpPr txBox="1"/>
          <p:nvPr/>
        </p:nvSpPr>
        <p:spPr>
          <a:xfrm>
            <a:off x="577725" y="302125"/>
            <a:ext cx="84123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Template handling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85" name="Google Shape;385;p4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44"/>
          <p:cNvSpPr txBox="1"/>
          <p:nvPr/>
        </p:nvSpPr>
        <p:spPr>
          <a:xfrm>
            <a:off x="151500" y="1110325"/>
            <a:ext cx="3084900" cy="12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@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app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.route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'/user/&lt;user&gt;'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69CD6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def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user_profile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):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C586C0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render_template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'user.html'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50">
                <a:solidFill>
                  <a:srgbClr val="9CDCFE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r>
              <a:rPr lang="en" sz="1050">
                <a:solidFill>
                  <a:srgbClr val="D4D4D4"/>
                </a:solidFill>
                <a:highlight>
                  <a:srgbClr val="1E1E1E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4D4D4"/>
              </a:solidFill>
              <a:highlight>
                <a:srgbClr val="1E1E1E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387" name="Google Shape;387;p4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619875" y="1063650"/>
            <a:ext cx="6409651" cy="33635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88" name="Google Shape;388;p44"/>
          <p:cNvCxnSpPr/>
          <p:nvPr/>
        </p:nvCxnSpPr>
        <p:spPr>
          <a:xfrm>
            <a:off x="770550" y="2268875"/>
            <a:ext cx="7260300" cy="1198800"/>
          </a:xfrm>
          <a:prstGeom prst="curvedConnector3">
            <a:avLst>
              <a:gd fmla="val 24175" name="adj1"/>
            </a:avLst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45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45"/>
          <p:cNvSpPr txBox="1"/>
          <p:nvPr>
            <p:ph idx="1" type="subTitle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45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6" name="Google Shape;396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397" name="Google Shape;397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398" name="Google Shape;398;p45"/>
          <p:cNvSpPr txBox="1"/>
          <p:nvPr/>
        </p:nvSpPr>
        <p:spPr>
          <a:xfrm>
            <a:off x="577725" y="302125"/>
            <a:ext cx="84123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Template handling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9" name="Google Shape;399;p4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0" name="Google Shape;400;p4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13738" y="1481449"/>
            <a:ext cx="8373300" cy="21806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01" name="Google Shape;401;p45"/>
          <p:cNvCxnSpPr/>
          <p:nvPr/>
        </p:nvCxnSpPr>
        <p:spPr>
          <a:xfrm>
            <a:off x="1695225" y="1720925"/>
            <a:ext cx="2294700" cy="1173000"/>
          </a:xfrm>
          <a:prstGeom prst="bentConnector3">
            <a:avLst>
              <a:gd fmla="val 50000" name="adj1"/>
            </a:avLst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46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46"/>
          <p:cNvSpPr txBox="1"/>
          <p:nvPr>
            <p:ph idx="1" type="subTitle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46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9" name="Google Shape;409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0" name="Google Shape;410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46"/>
          <p:cNvSpPr txBox="1"/>
          <p:nvPr/>
        </p:nvSpPr>
        <p:spPr>
          <a:xfrm>
            <a:off x="3797588" y="2167650"/>
            <a:ext cx="16056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Demo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12" name="Google Shape;412;p4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47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47"/>
          <p:cNvSpPr txBox="1"/>
          <p:nvPr>
            <p:ph idx="1" type="subTitle"/>
          </p:nvPr>
        </p:nvSpPr>
        <p:spPr>
          <a:xfrm>
            <a:off x="1143000" y="2701528"/>
            <a:ext cx="6858000" cy="1241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47"/>
          <p:cNvSpPr/>
          <p:nvPr/>
        </p:nvSpPr>
        <p:spPr>
          <a:xfrm>
            <a:off x="56775" y="0"/>
            <a:ext cx="9144000" cy="5143500"/>
          </a:xfrm>
          <a:prstGeom prst="rect">
            <a:avLst/>
          </a:prstGeom>
          <a:solidFill>
            <a:srgbClr val="3F3F3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20" name="Google Shape;420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00774" cy="5175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421" name="Google Shape;421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72651" y="4746387"/>
            <a:ext cx="1001477" cy="287535"/>
          </a:xfrm>
          <a:prstGeom prst="rect">
            <a:avLst/>
          </a:prstGeom>
          <a:noFill/>
          <a:ln>
            <a:noFill/>
          </a:ln>
        </p:spPr>
      </p:pic>
      <p:sp>
        <p:nvSpPr>
          <p:cNvPr id="422" name="Google Shape;422;p47"/>
          <p:cNvSpPr txBox="1"/>
          <p:nvPr/>
        </p:nvSpPr>
        <p:spPr>
          <a:xfrm>
            <a:off x="1678538" y="2167650"/>
            <a:ext cx="58437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alibri"/>
              <a:buNone/>
            </a:pPr>
            <a:r>
              <a:rPr lang="en" sz="4500">
                <a:solidFill>
                  <a:srgbClr val="F1C232"/>
                </a:solidFill>
                <a:latin typeface="Calibri"/>
                <a:ea typeface="Calibri"/>
                <a:cs typeface="Calibri"/>
                <a:sym typeface="Calibri"/>
              </a:rPr>
              <a:t>Exercise - Practice-flask</a:t>
            </a:r>
            <a:endParaRPr>
              <a:solidFill>
                <a:srgbClr val="F1C23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23" name="Google Shape;423;p4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500" y="4586100"/>
            <a:ext cx="512625" cy="51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